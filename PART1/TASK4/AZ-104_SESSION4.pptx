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B6B2-CF39-4253-689C-74D9D32A3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45AF2-2E4F-7EC1-7020-7DA4B48F0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4C0A-1CDA-972F-0121-64C9C69A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0D5BE-A3BD-2E87-B226-03410D7F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A8660-6FBF-7831-F2B0-47F8B4CD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E355-5872-459E-4583-98A6A132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DDB7A-F03A-F153-C1D4-98387B28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B802F-C441-A0BD-1338-5E0B102A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DA4FA-EAC5-21DA-85A1-1C48108B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0EE7-D154-64B8-6618-F0913365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9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838B-E032-6F90-20BC-57C561E8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6BEC4-F850-E129-35D7-B732E753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65B1C-AA33-2A45-23BA-F071FA9A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5E22F-FE4E-0FD3-2480-CC53470B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50A88-B163-DA42-6D8D-E7930E31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3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BAF9-44E7-0FBE-CC0D-BEF24090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4F6A-2500-4A3E-D2D2-D21A2C9E6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F591B-1974-E4E5-47FE-E19CD53F7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88E91-ED0B-813C-41DC-9161CB63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04FBD-AC51-1395-3387-ECC9728E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448AA-A08E-13FE-3612-E6086132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72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9DE2-989D-19BA-D747-F1E4CFC4C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F1F59-3034-F73E-830C-79A62C2BA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EAF53-5405-AE98-9274-4F363E2DA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C1871-3646-4B39-B8A9-1540B396A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5041A-98EC-1074-D04B-7D55A8EE2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7FD55-513A-7249-826C-99C657DB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57C1A-76A3-9935-DBD6-C345FF52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7EFD1-3252-98C1-EA71-3EE54FBE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3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2297-6627-FAE6-A4B1-CEEF1647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E5256-56D9-7845-6225-383DC537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3C675-D3CF-DE5E-50BF-F9F0E397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B297E-A803-ACF2-B312-8BBB8371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4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0C5CE-147A-1E02-3927-1C9BD31E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204AB-896C-A57E-4F89-7B834134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1C931-0062-8071-63A7-8DBD48FE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2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00AE-8FA3-EE6B-BFE7-32DE7971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90603-ED0B-4631-A012-0C7088739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C291D-7C3A-4C33-C7F9-68375FB0E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7C3B0-F2F0-31BF-E421-E66A5A2F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D499A-1611-A1DD-26E1-E4729EBE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FC204-02AE-8F27-16F0-A90A099B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3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33AB-D520-8B3B-0DC1-118F0E60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DD2F5-73AC-50C7-0D1F-D998574AF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8F573-8F6D-D787-147E-38E46A237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895F7-02EF-0E59-5828-663C1453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831F6-DDCA-C5D3-3413-78EB5F7E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4CEDF-0CDB-2B35-B796-F90B1B47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2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ED11-C733-E0D8-8A76-792CA50F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8F333-1F45-E3B8-91FB-712C2D368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E9A8-8822-1D66-EE4D-890BC8BC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282CE-AB6D-1BCD-400E-522C3F1B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5B43B-FDFF-F0A7-A4B6-2614DAA4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8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F99AA-C983-C3D2-BE34-E44B229F0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3E3D9-CD7A-9E37-496E-E33CC3F48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8D7EF-6E77-2C0E-4AF6-256B57D3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7DDBD-F706-F8BD-BDDD-EF0120AE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A3C02-5782-2E22-5FAE-97E715DB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12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B1DD2-FDF8-8A71-51D5-8547D08F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57F1D-11E9-E3B4-9347-AA0AE63A4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2C33-776E-AF8C-34BE-2D1DA2BF4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E1639-1C29-48AB-89A2-C5B2AF16828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39AD-E2C3-1939-B239-DBF61B77C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0A47D-DD9B-0D1A-AFB9-5470C825F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D2F69-F221-4862-A996-F31E1DF2B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0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4E0A-1B88-1FFD-826B-46D004B5D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786" y="724330"/>
            <a:ext cx="9144000" cy="87587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676A6-55D2-1631-EDFF-677979498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191" y="1704770"/>
            <a:ext cx="9344809" cy="3553030"/>
          </a:xfrm>
        </p:spPr>
        <p:txBody>
          <a:bodyPr/>
          <a:lstStyle/>
          <a:p>
            <a:pPr algn="l"/>
            <a:r>
              <a:rPr lang="en-IN" dirty="0"/>
              <a:t>1.Create and Configure a virtual network </a:t>
            </a:r>
          </a:p>
          <a:p>
            <a:pPr algn="l"/>
            <a:r>
              <a:rPr lang="en-IN" dirty="0"/>
              <a:t>2.Deploy virtual machines into the virtual Network </a:t>
            </a:r>
          </a:p>
          <a:p>
            <a:pPr algn="l"/>
            <a:r>
              <a:rPr lang="en-IN" dirty="0"/>
              <a:t>3.Configure Private and public IP addresses of Azure VMs </a:t>
            </a:r>
          </a:p>
          <a:p>
            <a:pPr algn="l"/>
            <a:r>
              <a:rPr lang="en-IN" dirty="0"/>
              <a:t>4.Configure Network security groups </a:t>
            </a:r>
          </a:p>
          <a:p>
            <a:pPr algn="l"/>
            <a:r>
              <a:rPr lang="en-IN" dirty="0"/>
              <a:t>5.Configure azure DNS for internal name resolution </a:t>
            </a:r>
          </a:p>
          <a:p>
            <a:pPr algn="l"/>
            <a:r>
              <a:rPr lang="en-IN" dirty="0"/>
              <a:t>6.configure azure DNS for external name resolution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95219-97B5-7897-D88B-5213CABEE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F5764C-9968-4655-3DEC-774CEBA39BB2}"/>
              </a:ext>
            </a:extLst>
          </p:cNvPr>
          <p:cNvSpPr txBox="1"/>
          <p:nvPr/>
        </p:nvSpPr>
        <p:spPr>
          <a:xfrm>
            <a:off x="2380130" y="584537"/>
            <a:ext cx="60942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AZ-104 SESSION-4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46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4FE2-7C8F-A7D1-820B-9BB05BA6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FB75-FA64-07D6-94FD-C998D3C73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786" y="724330"/>
            <a:ext cx="9144000" cy="87587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527D1-0CBE-ACE2-F8F9-C718B3438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785" y="1183640"/>
            <a:ext cx="9445215" cy="407416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An Azure Virtual Network (</a:t>
            </a:r>
            <a:r>
              <a:rPr lang="en-IN" dirty="0" err="1"/>
              <a:t>VNet</a:t>
            </a:r>
            <a:r>
              <a:rPr lang="en-IN" dirty="0"/>
              <a:t>) is the basic networking component in Microsoft Azure.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It provides an isolated network environment where Azure resources such as virtual machines can communicate securely.</a:t>
            </a:r>
          </a:p>
          <a:p>
            <a:pPr algn="l"/>
            <a:r>
              <a:rPr lang="en-IN" b="1" dirty="0"/>
              <a:t> Deploy Virtual Machines into the Virtual Network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An </a:t>
            </a:r>
            <a:r>
              <a:rPr lang="en-IN" b="1" dirty="0"/>
              <a:t>Azure Virtual Machine (VM)</a:t>
            </a:r>
            <a:r>
              <a:rPr lang="en-IN" dirty="0"/>
              <a:t> is a virtual computer running in Azure.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 When creating a VM, it can be connected to a </a:t>
            </a:r>
            <a:r>
              <a:rPr lang="en-IN" dirty="0" err="1"/>
              <a:t>VNet</a:t>
            </a:r>
            <a:r>
              <a:rPr lang="en-IN" dirty="0"/>
              <a:t> and a specific subnet.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92660-9034-1DA2-CF2E-DAA8EAE24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0955D9-E6DE-90B9-1AF7-D9CA8E476742}"/>
              </a:ext>
            </a:extLst>
          </p:cNvPr>
          <p:cNvSpPr txBox="1"/>
          <p:nvPr/>
        </p:nvSpPr>
        <p:spPr>
          <a:xfrm>
            <a:off x="1222785" y="619760"/>
            <a:ext cx="7458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AZURE VIRTUAL NETWORK(</a:t>
            </a:r>
            <a:r>
              <a:rPr lang="en-IN" sz="2400" b="1" dirty="0" err="1"/>
              <a:t>Vnet</a:t>
            </a:r>
            <a:r>
              <a:rPr lang="en-IN" sz="2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7398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924CC-DC70-78EA-CAC6-DE369B8E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9534-0F4B-249B-3091-E8734F795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786" y="724330"/>
            <a:ext cx="9144000" cy="87587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F34E8-7151-E6E6-A8F2-30A68899C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785" y="1183640"/>
            <a:ext cx="9445215" cy="4074160"/>
          </a:xfrm>
        </p:spPr>
        <p:txBody>
          <a:bodyPr/>
          <a:lstStyle/>
          <a:p>
            <a:pPr algn="l"/>
            <a:r>
              <a:rPr lang="en-US" dirty="0"/>
              <a:t>Configure Private and Public IP Addresses of</a:t>
            </a:r>
          </a:p>
          <a:p>
            <a:pPr algn="l"/>
            <a:r>
              <a:rPr lang="en-IN" dirty="0"/>
              <a:t>Azure VMs can have </a:t>
            </a:r>
            <a:r>
              <a:rPr lang="en-IN" b="1" dirty="0"/>
              <a:t>private IP addresses</a:t>
            </a:r>
            <a:r>
              <a:rPr lang="en-IN" dirty="0"/>
              <a:t> for communication within the </a:t>
            </a:r>
            <a:r>
              <a:rPr lang="en-IN" dirty="0" err="1"/>
              <a:t>VNet</a:t>
            </a:r>
            <a:r>
              <a:rPr lang="en-IN" dirty="0"/>
              <a:t> and </a:t>
            </a:r>
            <a:r>
              <a:rPr lang="en-IN" b="1" dirty="0"/>
              <a:t>public IP addresses</a:t>
            </a:r>
            <a:r>
              <a:rPr lang="en-IN" dirty="0"/>
              <a:t> for communication over the Internet</a:t>
            </a:r>
          </a:p>
          <a:p>
            <a:pPr algn="l"/>
            <a:r>
              <a:rPr lang="en-IN" b="1" dirty="0"/>
              <a:t>Configure Network Security Groups (NSGs)</a:t>
            </a:r>
          </a:p>
          <a:p>
            <a:pPr algn="l"/>
            <a:r>
              <a:rPr lang="en-IN" dirty="0"/>
              <a:t>A </a:t>
            </a:r>
            <a:r>
              <a:rPr lang="en-IN" b="1" dirty="0"/>
              <a:t>Network Security Group (NSG)</a:t>
            </a:r>
            <a:r>
              <a:rPr lang="en-IN" dirty="0"/>
              <a:t> acts as a network traffic filter for Azure resources. It contains rules that allow or deny inbound and outbound traffic based on factors such as IP address, port, and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264C3-1CEE-D449-3EFC-FB19C1925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4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8CCF-8CB6-A7DB-4737-E05D72CA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58A5-C45C-1A0F-91BB-C8E81FD17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786" y="724330"/>
            <a:ext cx="9144000" cy="87587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6D5B-50B0-EB5A-DC2A-CC4CB7582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785" y="1183640"/>
            <a:ext cx="9445215" cy="4074160"/>
          </a:xfrm>
        </p:spPr>
        <p:txBody>
          <a:bodyPr/>
          <a:lstStyle/>
          <a:p>
            <a:r>
              <a:rPr lang="en-IN" b="1" dirty="0"/>
              <a:t>Configure Azure DNS for Internal Name Resolution</a:t>
            </a:r>
          </a:p>
          <a:p>
            <a:pPr algn="l"/>
            <a:endParaRPr lang="en-IN" dirty="0"/>
          </a:p>
          <a:p>
            <a:pPr algn="l"/>
            <a:r>
              <a:rPr lang="en-IN" b="1" dirty="0"/>
              <a:t>Azure DNS Private Zones</a:t>
            </a:r>
            <a:r>
              <a:rPr lang="en-IN" dirty="0"/>
              <a:t> can be used to resolve names of resources inside a virtual network. Instead of accessing a VM using its IP address, users can access it using a DNS name.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0E297-E9B8-49C2-5F60-7D51B74F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1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EB7F-46CA-AB5C-5ABF-D4D25CC5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69DB-AE70-53D8-6887-631CB1811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786" y="724330"/>
            <a:ext cx="9144000" cy="87587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A1B47-F72D-880B-CC07-04BDF149E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785" y="1183640"/>
            <a:ext cx="9445215" cy="4074160"/>
          </a:xfrm>
        </p:spPr>
        <p:txBody>
          <a:bodyPr/>
          <a:lstStyle/>
          <a:p>
            <a:r>
              <a:rPr lang="en-IN" b="1" dirty="0"/>
              <a:t>Configure Azure DNS for External Name Resolution</a:t>
            </a:r>
          </a:p>
          <a:p>
            <a:pPr algn="l"/>
            <a:r>
              <a:rPr lang="en-IN" b="1" dirty="0"/>
              <a:t>Azure DNS</a:t>
            </a:r>
            <a:r>
              <a:rPr lang="en-IN" dirty="0"/>
              <a:t> provides DNS hosting for domain names that need to be accessible from the Internet.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C4DB4-AD9A-AE7C-9B47-1A31DA34C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2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556E-C85E-DC37-08F8-F2A6DD637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14AB-400C-690F-5717-40FA5D16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 1: Open Azure Portal</a:t>
            </a:r>
          </a:p>
          <a:p>
            <a:pPr marL="0" indent="0">
              <a:buNone/>
            </a:pPr>
            <a:r>
              <a:rPr lang="en-IN" dirty="0"/>
              <a:t>          Go </a:t>
            </a:r>
            <a:r>
              <a:rPr lang="en-IN" dirty="0" err="1"/>
              <a:t>to:Azure</a:t>
            </a:r>
            <a:r>
              <a:rPr lang="en-IN" dirty="0"/>
              <a:t> Portal, Sign in with your Azure account.</a:t>
            </a:r>
          </a:p>
          <a:p>
            <a:pPr marL="0" indent="0">
              <a:buNone/>
            </a:pPr>
            <a:r>
              <a:rPr lang="en-IN" b="1" dirty="0"/>
              <a:t>Create Resource Group</a:t>
            </a:r>
          </a:p>
          <a:p>
            <a:pPr marL="0" lvl="0" indent="0">
              <a:buNone/>
            </a:pPr>
            <a:r>
              <a:rPr lang="en-IN" dirty="0"/>
              <a:t>    Search for </a:t>
            </a:r>
            <a:r>
              <a:rPr lang="en-IN" b="1" dirty="0"/>
              <a:t>Resource groups</a:t>
            </a:r>
            <a:r>
              <a:rPr lang="en-IN" dirty="0"/>
              <a:t>.</a:t>
            </a:r>
          </a:p>
          <a:p>
            <a:pPr marL="0" lvl="0" indent="0">
              <a:buNone/>
            </a:pPr>
            <a:r>
              <a:rPr lang="en-IN" dirty="0"/>
              <a:t>    Select </a:t>
            </a:r>
            <a:r>
              <a:rPr lang="en-IN" b="1" dirty="0"/>
              <a:t>Create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Select your subscription.</a:t>
            </a:r>
          </a:p>
          <a:p>
            <a:pPr lvl="0"/>
            <a:r>
              <a:rPr lang="en-IN" dirty="0"/>
              <a:t> </a:t>
            </a:r>
            <a:r>
              <a:rPr lang="en-IN" dirty="0" err="1"/>
              <a:t>Enter:Resource</a:t>
            </a:r>
            <a:r>
              <a:rPr lang="en-IN" dirty="0"/>
              <a:t> group:</a:t>
            </a:r>
          </a:p>
          <a:p>
            <a:r>
              <a:rPr lang="en-IN" dirty="0"/>
              <a:t>RG-</a:t>
            </a:r>
            <a:r>
              <a:rPr lang="en-IN" dirty="0" err="1"/>
              <a:t>AzureNetworking</a:t>
            </a:r>
            <a:r>
              <a:rPr lang="en-IN" dirty="0"/>
              <a:t>-Lab</a:t>
            </a:r>
          </a:p>
          <a:p>
            <a:pPr lvl="0"/>
            <a:r>
              <a:rPr lang="en-IN" dirty="0"/>
              <a:t>Select a region close to your students.</a:t>
            </a:r>
          </a:p>
          <a:p>
            <a:pPr lvl="0"/>
            <a:r>
              <a:rPr lang="en-IN" dirty="0"/>
              <a:t>Select </a:t>
            </a:r>
            <a:r>
              <a:rPr lang="en-IN" b="1" dirty="0"/>
              <a:t>Review + create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Select </a:t>
            </a:r>
            <a:r>
              <a:rPr lang="en-IN" b="1" dirty="0"/>
              <a:t>Create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60F5A-0C46-55F1-F06D-ABB96883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4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26C9-8DB2-D513-6540-E7D5EA35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7D14-3D51-C8CC-39C9-43610CCFD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Step 3: Create the </a:t>
            </a:r>
            <a:r>
              <a:rPr lang="en-IN" b="1" dirty="0" err="1"/>
              <a:t>VNet</a:t>
            </a:r>
            <a:endParaRPr lang="en-IN" b="1" dirty="0"/>
          </a:p>
          <a:p>
            <a:pPr lvl="0"/>
            <a:r>
              <a:rPr lang="en-IN" dirty="0"/>
              <a:t>Search for </a:t>
            </a:r>
            <a:r>
              <a:rPr lang="en-IN" b="1" dirty="0"/>
              <a:t>Virtual networks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Select </a:t>
            </a:r>
            <a:r>
              <a:rPr lang="en-IN" b="1" dirty="0"/>
              <a:t>Create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Select the following:</a:t>
            </a:r>
          </a:p>
          <a:p>
            <a:pPr lvl="0"/>
            <a:r>
              <a:rPr lang="en-IN" dirty="0"/>
              <a:t>Subscription:</a:t>
            </a:r>
          </a:p>
          <a:p>
            <a:pPr lvl="0"/>
            <a:r>
              <a:rPr lang="en-IN" dirty="0"/>
              <a:t>Your Azure subscription</a:t>
            </a:r>
          </a:p>
          <a:p>
            <a:pPr lvl="0"/>
            <a:r>
              <a:rPr lang="en-IN" dirty="0"/>
              <a:t> Resource </a:t>
            </a:r>
            <a:r>
              <a:rPr lang="en-IN" dirty="0" err="1"/>
              <a:t>group:RG-AzureNetworking-Lab</a:t>
            </a:r>
            <a:endParaRPr lang="en-IN" dirty="0"/>
          </a:p>
          <a:p>
            <a:pPr lvl="0"/>
            <a:r>
              <a:rPr lang="en-IN" dirty="0"/>
              <a:t>Virtual network </a:t>
            </a:r>
            <a:r>
              <a:rPr lang="en-IN" dirty="0" err="1"/>
              <a:t>name:VNet-Lab</a:t>
            </a:r>
            <a:endParaRPr lang="en-IN" dirty="0"/>
          </a:p>
          <a:p>
            <a:pPr lvl="0"/>
            <a:r>
              <a:rPr lang="en-IN" dirty="0" err="1"/>
              <a:t>Region:Your</a:t>
            </a:r>
            <a:r>
              <a:rPr lang="en-IN" dirty="0"/>
              <a:t> selected region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A20B3-339D-F9E1-5C01-72C51D1D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7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4410-1A9C-AD42-D8BE-6011457B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93AB-5D60-DC64-A62B-EA846091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4: Configure Address Space</a:t>
            </a:r>
          </a:p>
          <a:p>
            <a:r>
              <a:rPr lang="en-IN" dirty="0"/>
              <a:t>Under </a:t>
            </a:r>
            <a:r>
              <a:rPr lang="en-IN" b="1" dirty="0"/>
              <a:t>IPv4 address space</a:t>
            </a:r>
            <a:r>
              <a:rPr lang="en-IN" dirty="0"/>
              <a:t>, enter:</a:t>
            </a:r>
          </a:p>
          <a:p>
            <a:pPr marL="0" indent="0">
              <a:buNone/>
            </a:pPr>
            <a:r>
              <a:rPr lang="en-IN" dirty="0"/>
              <a:t>   10.10.0.0/16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540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084D6-82C8-B29E-6782-5E69D0988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C9676-8B98-E1BC-2C97-7C7BBB192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Step 5: Create </a:t>
            </a:r>
            <a:r>
              <a:rPr lang="en-IN" b="1" dirty="0" err="1"/>
              <a:t>WebSubnet</a:t>
            </a:r>
            <a:endParaRPr lang="en-IN" b="1" dirty="0"/>
          </a:p>
          <a:p>
            <a:r>
              <a:rPr lang="en-IN" dirty="0"/>
              <a:t>Under </a:t>
            </a:r>
            <a:r>
              <a:rPr lang="en-IN" b="1" dirty="0"/>
              <a:t>Subnets</a:t>
            </a:r>
            <a:r>
              <a:rPr lang="en-IN" dirty="0"/>
              <a:t>, select </a:t>
            </a:r>
            <a:r>
              <a:rPr lang="en-IN" b="1" dirty="0"/>
              <a:t>Add subnet</a:t>
            </a:r>
            <a:r>
              <a:rPr lang="en-IN" dirty="0"/>
              <a:t>.</a:t>
            </a:r>
          </a:p>
          <a:p>
            <a:r>
              <a:rPr lang="en-US" dirty="0"/>
              <a:t>Subnet </a:t>
            </a:r>
            <a:r>
              <a:rPr lang="en-US" dirty="0" err="1"/>
              <a:t>name:WebSubnet</a:t>
            </a:r>
            <a:endParaRPr lang="en-US" dirty="0"/>
          </a:p>
          <a:p>
            <a:r>
              <a:rPr lang="en-US" dirty="0"/>
              <a:t>Subnet address range:</a:t>
            </a:r>
          </a:p>
          <a:p>
            <a:r>
              <a:rPr lang="en-US" dirty="0"/>
              <a:t>10.10.1.0/24</a:t>
            </a:r>
          </a:p>
          <a:p>
            <a:r>
              <a:rPr lang="en-IN" b="1" dirty="0"/>
              <a:t>Step 6: Create </a:t>
            </a:r>
            <a:r>
              <a:rPr lang="en-IN" b="1" dirty="0" err="1"/>
              <a:t>DBSubnet</a:t>
            </a:r>
            <a:endParaRPr lang="en-IN" b="1" dirty="0"/>
          </a:p>
          <a:p>
            <a:r>
              <a:rPr lang="en-IN" dirty="0"/>
              <a:t>Select </a:t>
            </a:r>
            <a:r>
              <a:rPr lang="en-IN" b="1" dirty="0"/>
              <a:t>Add subnet</a:t>
            </a:r>
            <a:r>
              <a:rPr lang="en-IN" dirty="0"/>
              <a:t> again.</a:t>
            </a:r>
          </a:p>
          <a:p>
            <a:r>
              <a:rPr lang="en-IN" dirty="0"/>
              <a:t>Enter:</a:t>
            </a:r>
          </a:p>
          <a:p>
            <a:r>
              <a:rPr lang="en-IN" dirty="0"/>
              <a:t>Subnet name:</a:t>
            </a:r>
          </a:p>
          <a:p>
            <a:r>
              <a:rPr lang="en-IN" dirty="0" err="1"/>
              <a:t>DBSubnet</a:t>
            </a:r>
            <a:endParaRPr lang="en-IN" dirty="0"/>
          </a:p>
          <a:p>
            <a:endParaRPr lang="en-IN" dirty="0"/>
          </a:p>
          <a:p>
            <a:r>
              <a:rPr lang="en-IN" dirty="0"/>
              <a:t>Subnet address range:</a:t>
            </a:r>
          </a:p>
          <a:p>
            <a:r>
              <a:rPr lang="en-IN" dirty="0"/>
              <a:t>10.10.2.0/24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635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7D1B-C501-44F1-3875-14AEF4BCA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Part 2 — Deploy Virtual Machines into the </a:t>
            </a:r>
            <a:r>
              <a:rPr lang="en-IN" b="1" dirty="0" err="1"/>
              <a:t>VNet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3FF8-009D-5252-20C2-10938118E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Create VM01</a:t>
            </a:r>
          </a:p>
          <a:p>
            <a:pPr lvl="0"/>
            <a:r>
              <a:rPr lang="en-IN" dirty="0"/>
              <a:t>Search for </a:t>
            </a:r>
            <a:r>
              <a:rPr lang="en-IN" b="1" dirty="0"/>
              <a:t>Virtual machines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Select </a:t>
            </a:r>
            <a:r>
              <a:rPr lang="en-IN" b="1" dirty="0"/>
              <a:t>Create → Azure virtual machine</a:t>
            </a:r>
            <a:r>
              <a:rPr lang="en-IN" dirty="0"/>
              <a:t>.</a:t>
            </a:r>
          </a:p>
          <a:p>
            <a:r>
              <a:rPr lang="en-IN" b="1" dirty="0"/>
              <a:t>Step 2: Create VM02</a:t>
            </a:r>
          </a:p>
          <a:p>
            <a:r>
              <a:rPr lang="en-IN" dirty="0"/>
              <a:t>Repeat the VM creation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35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5498-6D51-6536-3DC1-5C371F28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Part 3 — Configure Private and Public IP Addresses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8E575-26BD-A0C9-E873-178FA7CF6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A. Find the Private IP</a:t>
            </a:r>
          </a:p>
          <a:p>
            <a:r>
              <a:rPr lang="en-IN" dirty="0" err="1"/>
              <a:t>Open:</a:t>
            </a:r>
            <a:r>
              <a:rPr lang="en-IN" b="1" dirty="0" err="1"/>
              <a:t>Virtual</a:t>
            </a:r>
            <a:r>
              <a:rPr lang="en-IN" b="1" dirty="0"/>
              <a:t> machines → VM01 → Overview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B. Find the Public IP</a:t>
            </a:r>
          </a:p>
          <a:p>
            <a:r>
              <a:rPr lang="en-IN" dirty="0"/>
              <a:t>Open:</a:t>
            </a:r>
            <a:r>
              <a:rPr lang="en-IN" b="1" dirty="0"/>
              <a:t>VM01 → Overview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92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509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Part 2 — Deploy Virtual Machines into the VNet </vt:lpstr>
      <vt:lpstr>Part 3 — Configure Private and Public IP Addresses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Raju Anitha</dc:creator>
  <cp:lastModifiedBy>Dr. Raju Anitha</cp:lastModifiedBy>
  <cp:revision>3</cp:revision>
  <dcterms:created xsi:type="dcterms:W3CDTF">2026-08-18T10:21:42Z</dcterms:created>
  <dcterms:modified xsi:type="dcterms:W3CDTF">2026-08-18T11:12:55Z</dcterms:modified>
</cp:coreProperties>
</file>